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 varScale="1">
        <p:scale>
          <a:sx n="76" d="100"/>
          <a:sy n="76" d="100"/>
        </p:scale>
        <p:origin x="16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6963832-E689-4343-AE94-3AAE75B998D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2B54D2D-E378-467C-9A3A-38782D052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232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63832-E689-4343-AE94-3AAE75B998D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4D2D-E378-467C-9A3A-38782D052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87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6963832-E689-4343-AE94-3AAE75B998D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2B54D2D-E378-467C-9A3A-38782D052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419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63832-E689-4343-AE94-3AAE75B998D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4D2D-E378-467C-9A3A-38782D052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149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63832-E689-4343-AE94-3AAE75B998D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4D2D-E378-467C-9A3A-38782D052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039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63832-E689-4343-AE94-3AAE75B998D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4D2D-E378-467C-9A3A-38782D052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600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63832-E689-4343-AE94-3AAE75B998D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4D2D-E378-467C-9A3A-38782D052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465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63832-E689-4343-AE94-3AAE75B998D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4D2D-E378-467C-9A3A-38782D052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9380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63832-E689-4343-AE94-3AAE75B998D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4D2D-E378-467C-9A3A-38782D052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391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63832-E689-4343-AE94-3AAE75B998D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4D2D-E378-467C-9A3A-38782D052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978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6963832-E689-4343-AE94-3AAE75B998D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2B54D2D-E378-467C-9A3A-38782D052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851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6963832-E689-4343-AE94-3AAE75B998D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2B54D2D-E378-467C-9A3A-38782D052D3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7380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6963832-E689-4343-AE94-3AAE75B998D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2B54D2D-E378-467C-9A3A-38782D052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086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63832-E689-4343-AE94-3AAE75B998D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4D2D-E378-467C-9A3A-38782D052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263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63832-E689-4343-AE94-3AAE75B998D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4D2D-E378-467C-9A3A-38782D052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3559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63832-E689-4343-AE94-3AAE75B998D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4D2D-E378-467C-9A3A-38782D052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71107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6963832-E689-4343-AE94-3AAE75B998D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2B54D2D-E378-467C-9A3A-38782D052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9598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63832-E689-4343-AE94-3AAE75B998D0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54D2D-E378-467C-9A3A-38782D052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8692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49172-F2A5-4D63-9353-824971A932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проекта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Расчёт трат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845A46-8D9A-4BE3-AD9E-B7C909BEF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1300" y="6121400"/>
            <a:ext cx="3848100" cy="442118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ru-RU" sz="2000" dirty="0" err="1"/>
              <a:t>Пришибской</a:t>
            </a:r>
            <a:r>
              <a:rPr lang="ru-RU" sz="2000" dirty="0"/>
              <a:t> Артём Дмитриевич</a:t>
            </a:r>
          </a:p>
        </p:txBody>
      </p:sp>
    </p:spTree>
    <p:extLst>
      <p:ext uri="{BB962C8B-B14F-4D97-AF65-F5344CB8AC3E}">
        <p14:creationId xmlns:p14="http://schemas.microsoft.com/office/powerpoint/2010/main" val="206687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B6B3A-6DDD-4733-A8E4-5FC9C833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60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 Проекте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39767F-8A58-4693-B70C-A382F4393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Цель: Создать программу на языке Python, которая помогает пользователю контролировать личные расходы и бюджет.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Применение</a:t>
            </a:r>
            <a:r>
              <a:rPr lang="en-US" dirty="0"/>
              <a:t>: </a:t>
            </a:r>
            <a:r>
              <a:rPr lang="ru-RU" dirty="0"/>
              <a:t>Программу можно использовать для планирования карманных денег, семейного бюджета или личных трат.</a:t>
            </a:r>
          </a:p>
        </p:txBody>
      </p:sp>
    </p:spTree>
    <p:extLst>
      <p:ext uri="{BB962C8B-B14F-4D97-AF65-F5344CB8AC3E}">
        <p14:creationId xmlns:p14="http://schemas.microsoft.com/office/powerpoint/2010/main" val="2758783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B6B3A-6DDD-4733-A8E4-5FC9C833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589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Использованные возможности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39767F-8A58-4693-B70C-A382F4393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348234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Использованные возможности </a:t>
            </a:r>
            <a:r>
              <a:rPr lang="en-US" dirty="0"/>
              <a:t>Python</a:t>
            </a:r>
            <a:r>
              <a:rPr lang="ru-RU" dirty="0"/>
              <a:t>:</a:t>
            </a:r>
          </a:p>
          <a:p>
            <a:r>
              <a:rPr lang="ru-RU" dirty="0"/>
              <a:t>Функция </a:t>
            </a:r>
            <a:r>
              <a:rPr lang="en-US" i="1" u="sng" dirty="0"/>
              <a:t>input()</a:t>
            </a:r>
            <a:r>
              <a:rPr lang="en-US" dirty="0"/>
              <a:t> </a:t>
            </a:r>
            <a:r>
              <a:rPr lang="ru-RU" dirty="0"/>
              <a:t>для ввода данных;</a:t>
            </a:r>
            <a:endParaRPr lang="en-US" dirty="0"/>
          </a:p>
          <a:p>
            <a:r>
              <a:rPr lang="ru-RU" dirty="0"/>
              <a:t>Преобразование типов</a:t>
            </a:r>
            <a:r>
              <a:rPr lang="en-US" dirty="0"/>
              <a:t> </a:t>
            </a:r>
            <a:r>
              <a:rPr lang="en-US" i="1" u="sng" dirty="0"/>
              <a:t>int();</a:t>
            </a:r>
          </a:p>
          <a:p>
            <a:r>
              <a:rPr lang="ru-RU" dirty="0"/>
              <a:t>Цикл </a:t>
            </a:r>
            <a:r>
              <a:rPr lang="en-US" i="1" u="sng" dirty="0"/>
              <a:t>while</a:t>
            </a:r>
            <a:r>
              <a:rPr lang="en-US" dirty="0"/>
              <a:t> </a:t>
            </a:r>
            <a:r>
              <a:rPr lang="ru-RU" dirty="0"/>
              <a:t>для многократного ввода расходов;</a:t>
            </a:r>
          </a:p>
          <a:p>
            <a:r>
              <a:rPr lang="ru-RU" dirty="0"/>
              <a:t>Условие </a:t>
            </a:r>
            <a:r>
              <a:rPr lang="en-US" i="1" u="sng" dirty="0"/>
              <a:t>if</a:t>
            </a:r>
            <a:r>
              <a:rPr lang="en-US" dirty="0"/>
              <a:t> </a:t>
            </a:r>
            <a:r>
              <a:rPr lang="ru-RU" dirty="0"/>
              <a:t>для завершения программы;</a:t>
            </a:r>
            <a:endParaRPr lang="en-US" dirty="0"/>
          </a:p>
          <a:p>
            <a:r>
              <a:rPr lang="ru-RU" i="1" u="sng" dirty="0"/>
              <a:t>Списки</a:t>
            </a:r>
            <a:r>
              <a:rPr lang="ru-RU" dirty="0"/>
              <a:t> для хранения категорий и сумм;</a:t>
            </a:r>
          </a:p>
          <a:p>
            <a:r>
              <a:rPr lang="ru-RU" dirty="0"/>
              <a:t>Форматированный вывод </a:t>
            </a:r>
            <a:r>
              <a:rPr lang="en-US" i="1" u="sng" dirty="0"/>
              <a:t>f-string</a:t>
            </a:r>
            <a:r>
              <a:rPr lang="en-US" dirty="0"/>
              <a:t>;</a:t>
            </a:r>
          </a:p>
          <a:p>
            <a:r>
              <a:rPr lang="ru-RU" dirty="0"/>
              <a:t>математические вычисления для процентов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8852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8A85029-BDDE-45C1-BEFE-28BB81596D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814BB5-BA43-43CC-ABFF-336E8E3F3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46619"/>
            <a:ext cx="14647179" cy="412873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A69D917-4AEE-4A78-9D8F-880182082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4790114"/>
            <a:ext cx="16502544" cy="2025403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4C36713-A51B-4C35-9494-426C5066CAFA}"/>
              </a:ext>
            </a:extLst>
          </p:cNvPr>
          <p:cNvSpPr/>
          <p:nvPr/>
        </p:nvSpPr>
        <p:spPr>
          <a:xfrm>
            <a:off x="-2" y="4538443"/>
            <a:ext cx="14747848" cy="2530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0B65DE-2081-4FFD-8019-67524649ABEF}"/>
              </a:ext>
            </a:extLst>
          </p:cNvPr>
          <p:cNvSpPr txBox="1"/>
          <p:nvPr/>
        </p:nvSpPr>
        <p:spPr>
          <a:xfrm>
            <a:off x="4438650" y="175944"/>
            <a:ext cx="331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Демонстрация работы</a:t>
            </a:r>
          </a:p>
        </p:txBody>
      </p:sp>
    </p:spTree>
    <p:extLst>
      <p:ext uri="{BB962C8B-B14F-4D97-AF65-F5344CB8AC3E}">
        <p14:creationId xmlns:p14="http://schemas.microsoft.com/office/powerpoint/2010/main" val="2023698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B6B3A-6DDD-4733-A8E4-5FC9C833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349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в написании кода программы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39767F-8A58-4693-B70C-A382F4393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Красивый вывод таблицей</a:t>
            </a:r>
            <a:r>
              <a:rPr lang="en-US" dirty="0"/>
              <a:t>;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Сохранение списка категории и трат на данную категорию</a:t>
            </a:r>
            <a:r>
              <a:rPr lang="en-US" dirty="0"/>
              <a:t>;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возникали ошибки при подсчёте процентов</a:t>
            </a:r>
            <a:r>
              <a:rPr lang="en-US" dirty="0"/>
              <a:t>;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2811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B6B3A-6DDD-4733-A8E4-5FC9C833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850" y="383373"/>
            <a:ext cx="7480300" cy="1293028"/>
          </a:xfrm>
        </p:spPr>
        <p:txBody>
          <a:bodyPr/>
          <a:lstStyle/>
          <a:p>
            <a:r>
              <a:rPr lang="ru-RU" dirty="0"/>
              <a:t>Улучшение функционала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39767F-8A58-4693-B70C-A382F4393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построение диаграмм расходов;</a:t>
            </a:r>
          </a:p>
          <a:p>
            <a:endParaRPr lang="en-US" dirty="0"/>
          </a:p>
          <a:p>
            <a:r>
              <a:rPr lang="ru-RU" dirty="0"/>
              <a:t>добавить сохранение данных в файл</a:t>
            </a:r>
            <a:r>
              <a:rPr lang="en-US" dirty="0"/>
              <a:t>;</a:t>
            </a:r>
            <a:endParaRPr lang="ru-RU" dirty="0"/>
          </a:p>
          <a:p>
            <a:endParaRPr lang="ru-RU" dirty="0"/>
          </a:p>
          <a:p>
            <a:r>
              <a:rPr lang="ru-RU" dirty="0"/>
              <a:t>сортировку по категориям;</a:t>
            </a:r>
          </a:p>
          <a:p>
            <a:endParaRPr lang="en-US" dirty="0"/>
          </a:p>
          <a:p>
            <a:r>
              <a:rPr lang="ru-RU" dirty="0"/>
              <a:t>автоматический анализ трат</a:t>
            </a:r>
            <a:r>
              <a:rPr lang="en-US" dirty="0"/>
              <a:t>;</a:t>
            </a:r>
            <a:endParaRPr lang="ru-RU" dirty="0"/>
          </a:p>
          <a:p>
            <a:endParaRPr lang="ru-RU" dirty="0"/>
          </a:p>
          <a:p>
            <a:r>
              <a:rPr lang="ru-RU" dirty="0"/>
              <a:t>графический интерфейс;</a:t>
            </a:r>
          </a:p>
        </p:txBody>
      </p:sp>
    </p:spTree>
    <p:extLst>
      <p:ext uri="{BB962C8B-B14F-4D97-AF65-F5344CB8AC3E}">
        <p14:creationId xmlns:p14="http://schemas.microsoft.com/office/powerpoint/2010/main" val="3180474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B6B3A-6DDD-4733-A8E4-5FC9C833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650" y="639315"/>
            <a:ext cx="3822700" cy="1293028"/>
          </a:xfrm>
        </p:spPr>
        <p:txBody>
          <a:bodyPr/>
          <a:lstStyle/>
          <a:p>
            <a:pPr algn="ctr"/>
            <a:r>
              <a:rPr lang="ru-RU" dirty="0"/>
              <a:t>Спасибо за внимание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1329A5-8B82-4474-B8F5-FD6A84E3A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900" y="3162300"/>
            <a:ext cx="2463800" cy="2463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6BEA79-BCA0-487C-AB65-E1DB40ACB14D}"/>
              </a:ext>
            </a:extLst>
          </p:cNvPr>
          <p:cNvSpPr txBox="1"/>
          <p:nvPr/>
        </p:nvSpPr>
        <p:spPr>
          <a:xfrm>
            <a:off x="9359900" y="5765800"/>
            <a:ext cx="2209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Код для программы вы можете посмотреть по этому </a:t>
            </a:r>
            <a:r>
              <a:rPr lang="en-US" sz="1400" dirty="0" err="1"/>
              <a:t>qr</a:t>
            </a:r>
            <a:r>
              <a:rPr lang="en-US" sz="1400" dirty="0"/>
              <a:t>-</a:t>
            </a:r>
            <a:r>
              <a:rPr lang="ru-RU" sz="1400" dirty="0"/>
              <a:t>коду</a:t>
            </a:r>
          </a:p>
        </p:txBody>
      </p:sp>
    </p:spTree>
    <p:extLst>
      <p:ext uri="{BB962C8B-B14F-4D97-AF65-F5344CB8AC3E}">
        <p14:creationId xmlns:p14="http://schemas.microsoft.com/office/powerpoint/2010/main" val="4089405234"/>
      </p:ext>
    </p:extLst>
  </p:cSld>
  <p:clrMapOvr>
    <a:masterClrMapping/>
  </p:clrMapOvr>
</p:sld>
</file>

<file path=ppt/theme/theme1.xml><?xml version="1.0" encoding="utf-8"?>
<a:theme xmlns:a="http://schemas.openxmlformats.org/drawingml/2006/main" name="След самолета">
  <a:themeElements>
    <a:clrScheme name="След самолета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След самолета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TM04033937[[fn=След самолета]]</Template>
  <TotalTime>373</TotalTime>
  <Words>154</Words>
  <Application>Microsoft Office PowerPoint</Application>
  <PresentationFormat>Широкоэкранный</PresentationFormat>
  <Paragraphs>38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Times New Roman</vt:lpstr>
      <vt:lpstr>След самолета</vt:lpstr>
      <vt:lpstr>Тема проекта: “Расчёт трат”</vt:lpstr>
      <vt:lpstr>О Проекте</vt:lpstr>
      <vt:lpstr>Использованные возможности Python</vt:lpstr>
      <vt:lpstr>Презентация PowerPoint</vt:lpstr>
      <vt:lpstr>Проблемы в написании кода программы</vt:lpstr>
      <vt:lpstr>Улучшение функционала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проекта: Управление Расходами</dc:title>
  <dc:creator>Артём Пр</dc:creator>
  <cp:lastModifiedBy>Артём Пр</cp:lastModifiedBy>
  <cp:revision>13</cp:revision>
  <dcterms:created xsi:type="dcterms:W3CDTF">2026-01-24T16:50:34Z</dcterms:created>
  <dcterms:modified xsi:type="dcterms:W3CDTF">2026-01-28T19:57:33Z</dcterms:modified>
</cp:coreProperties>
</file>